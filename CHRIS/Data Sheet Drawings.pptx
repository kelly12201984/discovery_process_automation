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2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3907-61C1-DB4C-09EB-EC63BF886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D3286-F4C4-B053-F4B6-41F28632D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C5DD1-59F7-2421-611F-07AA6B72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AA67-5EEB-AB82-1E7F-358395EC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C3968-516F-321B-A850-1594AB47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6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F683-AED7-7A80-987D-0140FAF6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D81C-3E95-B334-4692-BD6A18169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6D1B-19E2-D043-B40A-E90C91C9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53E5A-37B7-2F42-81CD-CFC52C03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268CC-4ED3-F087-E300-FB1DFE1D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0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DF19-4058-9FD4-6CA2-B69A0A01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E9D11-67B4-08F5-BE99-97E22C4C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6E72C-A397-6FB8-F133-EB762B96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FACC-42DF-5BF6-5FD3-389C58CB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0E530-E548-363D-827E-807786C0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7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EB8F-E9AD-1F72-38D6-DCCE07FC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A11D-192D-9FF2-D271-6D6C60090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4FA67-FE23-2000-636D-A8D315319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509E7-ACE7-8D25-132A-A22B7AA8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49D4B-D901-FE67-5E1D-A200B59C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9983F-D566-BDC9-77D6-903C5FF7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1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F838-7BB2-7585-AD39-7CFCA5F8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FC8B1-8774-CB04-7DF8-14BB0DF58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BF2CF-8A4B-DE7E-3608-757C957F6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C8DFE-3D9E-DA60-7F3B-B0D3FB0BC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B52FC-76F7-965A-A600-E60D6FCBA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E522F-39D4-44D3-2EC6-5FEC6A85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73DAB-9C2F-EFD5-CF9A-0F358410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FF6BE-8BF7-441E-C078-E9D0DEDF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0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FB72-34CC-4BEB-24F5-39FBA37D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6CA41-88D3-B820-86CC-31EE094B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85AB4-8CE7-85AA-6D37-9CDD0DDB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6651D-3E91-0640-D1B8-68B93684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2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B81DA-CE59-2935-A2C8-300A2EE5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D5047-6F29-6FF7-CED9-26525F8B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0B29F-7A89-40D4-61FC-046B4D37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1B7-FF5C-8C82-6378-DE3D53F7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D8EE-8AEB-E48A-18B7-1C6E7A21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62E9D-DB8D-8F60-0A2F-CF5E92969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7B8C1-D90A-72D8-0C26-DF27ADFF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968C5-BCFF-820B-8B3D-B9D0D130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10BF4-909F-67D7-E223-BE7EE7A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2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37DA-3EBB-2EE4-2E1B-B86EE539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4F7269-0448-85C3-9EB5-C55237EDE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52146-4EE7-8382-73ED-D6D2D4EB7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E055C-63D1-1FBD-B616-02AD5595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6759E-29D0-2E1E-E358-06C9C3A6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E4AAB-F436-A223-5138-F16F067D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7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AB96-1722-A7AE-FDE0-511BDC11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4ABCE-D1B5-30DF-798B-7A11B3C5D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2F59-33A9-52B5-FCD1-72168990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1E5-B7A0-69C1-200A-F2B1FE16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C22AB-74DE-32A7-96DC-6A64A415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A2B3-EFC6-8708-B932-B7384A9F1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1FD7-580C-B577-64E6-25FC15F45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05218-5F4A-6025-27ED-B2304DF2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48E8-98A5-14A0-86E1-7B11BCD0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254AF-F28E-C3CD-4F0F-C46B091F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DDB61-992C-8CC2-A597-1B3FCFC3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CC43-C6C1-461C-2B49-DCFEE271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C5A1C-9D3A-AFC2-64B8-69F439353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6F28A-FCF6-48D1-9F67-B3BE80879CB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5EFD4-1C7F-9324-B7D1-41D794FF1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1698-AB20-4995-27FB-924EFD28E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EC248-E244-4CC9-8D23-04F52CDED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9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673C1-E388-C1BD-EA55-BF955368238B}"/>
              </a:ext>
            </a:extLst>
          </p:cNvPr>
          <p:cNvSpPr/>
          <p:nvPr/>
        </p:nvSpPr>
        <p:spPr>
          <a:xfrm>
            <a:off x="3005847" y="1643974"/>
            <a:ext cx="4572000" cy="4863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52AC44-582E-DA18-62C1-D829669B5611}"/>
              </a:ext>
            </a:extLst>
          </p:cNvPr>
          <p:cNvCxnSpPr>
            <a:cxnSpLocks/>
          </p:cNvCxnSpPr>
          <p:nvPr/>
        </p:nvCxnSpPr>
        <p:spPr>
          <a:xfrm flipV="1">
            <a:off x="3005847" y="5690681"/>
            <a:ext cx="4572000" cy="8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987827-837C-64C8-EAB6-7786754ABD34}"/>
              </a:ext>
            </a:extLst>
          </p:cNvPr>
          <p:cNvCxnSpPr>
            <a:cxnSpLocks/>
          </p:cNvCxnSpPr>
          <p:nvPr/>
        </p:nvCxnSpPr>
        <p:spPr>
          <a:xfrm>
            <a:off x="5291847" y="1235412"/>
            <a:ext cx="2286000" cy="4085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F44973-CFE3-EC88-5759-D884E0CBA6F7}"/>
              </a:ext>
            </a:extLst>
          </p:cNvPr>
          <p:cNvCxnSpPr>
            <a:cxnSpLocks/>
          </p:cNvCxnSpPr>
          <p:nvPr/>
        </p:nvCxnSpPr>
        <p:spPr>
          <a:xfrm flipV="1">
            <a:off x="3005847" y="1235412"/>
            <a:ext cx="2286000" cy="4085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DF42E7-6DC4-3CD8-6CF8-23B7845111EA}"/>
              </a:ext>
            </a:extLst>
          </p:cNvPr>
          <p:cNvCxnSpPr>
            <a:cxnSpLocks/>
          </p:cNvCxnSpPr>
          <p:nvPr/>
        </p:nvCxnSpPr>
        <p:spPr>
          <a:xfrm flipH="1">
            <a:off x="291830" y="1643974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014E30-9E5E-1FA3-A7D9-0F83645CADE9}"/>
              </a:ext>
            </a:extLst>
          </p:cNvPr>
          <p:cNvCxnSpPr>
            <a:cxnSpLocks/>
          </p:cNvCxnSpPr>
          <p:nvPr/>
        </p:nvCxnSpPr>
        <p:spPr>
          <a:xfrm flipH="1">
            <a:off x="291829" y="6504561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FA29E79-F7BA-11DE-28BD-1B80C69FB1CF}"/>
              </a:ext>
            </a:extLst>
          </p:cNvPr>
          <p:cNvCxnSpPr>
            <a:cxnSpLocks/>
          </p:cNvCxnSpPr>
          <p:nvPr/>
        </p:nvCxnSpPr>
        <p:spPr>
          <a:xfrm>
            <a:off x="486383" y="4562272"/>
            <a:ext cx="0" cy="1942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96C5BC-0474-8754-7B30-DA2594C94E5C}"/>
              </a:ext>
            </a:extLst>
          </p:cNvPr>
          <p:cNvCxnSpPr>
            <a:cxnSpLocks/>
          </p:cNvCxnSpPr>
          <p:nvPr/>
        </p:nvCxnSpPr>
        <p:spPr>
          <a:xfrm flipV="1">
            <a:off x="486383" y="1643974"/>
            <a:ext cx="0" cy="2350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BC298F1-4B49-B782-19E7-E11412A91948}"/>
              </a:ext>
            </a:extLst>
          </p:cNvPr>
          <p:cNvSpPr/>
          <p:nvPr/>
        </p:nvSpPr>
        <p:spPr>
          <a:xfrm>
            <a:off x="204281" y="4085617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62897-B89B-D247-117D-456E1E5B36F5}"/>
              </a:ext>
            </a:extLst>
          </p:cNvPr>
          <p:cNvSpPr txBox="1"/>
          <p:nvPr/>
        </p:nvSpPr>
        <p:spPr>
          <a:xfrm>
            <a:off x="924126" y="4042000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7E5F30-1A89-796C-A23E-B86BF1EF20D7}"/>
              </a:ext>
            </a:extLst>
          </p:cNvPr>
          <p:cNvCxnSpPr>
            <a:cxnSpLocks/>
          </p:cNvCxnSpPr>
          <p:nvPr/>
        </p:nvCxnSpPr>
        <p:spPr>
          <a:xfrm>
            <a:off x="5817140" y="3748391"/>
            <a:ext cx="1760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AEDC0D-7365-AB13-4AC4-6AFF910E845A}"/>
              </a:ext>
            </a:extLst>
          </p:cNvPr>
          <p:cNvCxnSpPr>
            <a:cxnSpLocks/>
          </p:cNvCxnSpPr>
          <p:nvPr/>
        </p:nvCxnSpPr>
        <p:spPr>
          <a:xfrm flipH="1">
            <a:off x="3005847" y="3748391"/>
            <a:ext cx="1760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D10FAEE-7828-A0CF-48D4-7109F5CC79CA}"/>
              </a:ext>
            </a:extLst>
          </p:cNvPr>
          <p:cNvSpPr/>
          <p:nvPr/>
        </p:nvSpPr>
        <p:spPr>
          <a:xfrm>
            <a:off x="4786007" y="3607341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794837-7235-66EB-617F-480F3CAEFAE3}"/>
              </a:ext>
            </a:extLst>
          </p:cNvPr>
          <p:cNvSpPr txBox="1"/>
          <p:nvPr/>
        </p:nvSpPr>
        <p:spPr>
          <a:xfrm>
            <a:off x="5505852" y="3563724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F42D3ED-4EE3-4219-A9EF-48D51B344B2B}"/>
              </a:ext>
            </a:extLst>
          </p:cNvPr>
          <p:cNvGrpSpPr/>
          <p:nvPr/>
        </p:nvGrpSpPr>
        <p:grpSpPr>
          <a:xfrm>
            <a:off x="6900155" y="744245"/>
            <a:ext cx="440986" cy="807395"/>
            <a:chOff x="8855413" y="1575882"/>
            <a:chExt cx="440986" cy="80739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C10492-E79A-3B90-0E6D-21F643DDC0A7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AFDB7D1-856A-D982-7D0D-647F53794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9B7650ED-3657-75B7-3067-22DB14EC5D3F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348E290-187D-F34E-4400-6CBE3DC19ABD}"/>
              </a:ext>
            </a:extLst>
          </p:cNvPr>
          <p:cNvGrpSpPr/>
          <p:nvPr/>
        </p:nvGrpSpPr>
        <p:grpSpPr>
          <a:xfrm>
            <a:off x="5064866" y="411073"/>
            <a:ext cx="440986" cy="807395"/>
            <a:chOff x="8855413" y="1575882"/>
            <a:chExt cx="440986" cy="80739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5ADEEB6-C94F-58BB-EBAF-C204C7A8DD6C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0946B26-7628-025F-6D76-657E5508B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6D28BC26-A273-E4E5-6D6A-193282FF224B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0BF736-8093-E3CA-77E0-6294E5047C8F}"/>
              </a:ext>
            </a:extLst>
          </p:cNvPr>
          <p:cNvGrpSpPr/>
          <p:nvPr/>
        </p:nvGrpSpPr>
        <p:grpSpPr>
          <a:xfrm>
            <a:off x="3886200" y="648145"/>
            <a:ext cx="440986" cy="807395"/>
            <a:chOff x="8855413" y="1575882"/>
            <a:chExt cx="440986" cy="80739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3BB82B1-5AA5-70B9-75A1-7E5E029B0FBD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01468CE-6FBE-4D6B-B583-10092FD2A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44920017-D259-FEC7-134D-841C8F3B38BF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EB6605-423A-5BED-D7AE-0A06FEB59BD9}"/>
              </a:ext>
            </a:extLst>
          </p:cNvPr>
          <p:cNvGrpSpPr/>
          <p:nvPr/>
        </p:nvGrpSpPr>
        <p:grpSpPr>
          <a:xfrm>
            <a:off x="2989632" y="788018"/>
            <a:ext cx="440986" cy="807395"/>
            <a:chOff x="8855413" y="1575882"/>
            <a:chExt cx="440986" cy="807395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E52883C-AFB7-97AA-A261-99BF775E00AA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F979493-CA85-0C08-F57D-5CF191D9D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0EA96513-21FC-460B-405D-0425756A7935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58B3E3-2819-550E-08BA-9B59E591027B}"/>
              </a:ext>
            </a:extLst>
          </p:cNvPr>
          <p:cNvGrpSpPr/>
          <p:nvPr/>
        </p:nvGrpSpPr>
        <p:grpSpPr>
          <a:xfrm rot="16200000">
            <a:off x="2407594" y="5834203"/>
            <a:ext cx="440986" cy="807395"/>
            <a:chOff x="8855413" y="1575882"/>
            <a:chExt cx="440986" cy="80739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47C23AA-E6D5-AEF7-F431-E1DB834F3077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B3AA61E-1F5E-726F-5184-2A417C029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94F3A876-0323-DA93-C62D-1E8B7F8080B0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F61148-B34F-1CA7-9DA9-B7CD94D00014}"/>
              </a:ext>
            </a:extLst>
          </p:cNvPr>
          <p:cNvGrpSpPr/>
          <p:nvPr/>
        </p:nvGrpSpPr>
        <p:grpSpPr>
          <a:xfrm rot="16200000">
            <a:off x="2378412" y="1727430"/>
            <a:ext cx="440986" cy="807395"/>
            <a:chOff x="8855413" y="1575882"/>
            <a:chExt cx="440986" cy="80739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C00875D-29CF-CFDD-718D-6FC14169C6CE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E0195C1-24DD-8B8A-D4C1-6503CFCA4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6C91F5EE-255C-FE0F-0C26-A540D0D46BD9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C2564A5-CB08-A931-1A9A-C110BEE8E642}"/>
              </a:ext>
            </a:extLst>
          </p:cNvPr>
          <p:cNvGrpSpPr/>
          <p:nvPr/>
        </p:nvGrpSpPr>
        <p:grpSpPr>
          <a:xfrm rot="5400000">
            <a:off x="7764295" y="2811375"/>
            <a:ext cx="440986" cy="807395"/>
            <a:chOff x="8855413" y="1575882"/>
            <a:chExt cx="440986" cy="80739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A1CCD77-3B2C-B07E-FBCF-95431589B14D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1747B32-2142-FD31-0926-01699ABD6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65BB0CD8-70BD-AC12-8AD7-CC2C680B2C82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8B1050-151B-2D47-CF37-BCF658579B12}"/>
              </a:ext>
            </a:extLst>
          </p:cNvPr>
          <p:cNvGrpSpPr/>
          <p:nvPr/>
        </p:nvGrpSpPr>
        <p:grpSpPr>
          <a:xfrm rot="5400000">
            <a:off x="7756188" y="1617144"/>
            <a:ext cx="440986" cy="807395"/>
            <a:chOff x="8855413" y="1575882"/>
            <a:chExt cx="440986" cy="80739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E732F33-C2C9-B2D4-3A92-026FB50B83B3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0790AF-AB6C-65C3-8C6F-209076847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64196006-CB03-511F-440C-047BEDC90E1A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980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EA7C-B0BA-982C-C97F-523F9333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lowchart: Terminator 44">
            <a:extLst>
              <a:ext uri="{FF2B5EF4-FFF2-40B4-BE49-F238E27FC236}">
                <a16:creationId xmlns:a16="http://schemas.microsoft.com/office/drawing/2014/main" id="{964FE0FA-81F7-BEDF-227C-093A80ABC71A}"/>
              </a:ext>
            </a:extLst>
          </p:cNvPr>
          <p:cNvSpPr/>
          <p:nvPr/>
        </p:nvSpPr>
        <p:spPr>
          <a:xfrm rot="5400000">
            <a:off x="3031856" y="1814850"/>
            <a:ext cx="4782375" cy="2962330"/>
          </a:xfrm>
          <a:prstGeom prst="flowChartTerminator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DC4075-710E-6B2C-A9C4-9CBD2224FA6E}"/>
              </a:ext>
            </a:extLst>
          </p:cNvPr>
          <p:cNvCxnSpPr>
            <a:cxnSpLocks/>
          </p:cNvCxnSpPr>
          <p:nvPr/>
        </p:nvCxnSpPr>
        <p:spPr>
          <a:xfrm flipH="1">
            <a:off x="1305945" y="1550711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E0EF1A-B8E9-9AD6-A660-E0B72187B513}"/>
              </a:ext>
            </a:extLst>
          </p:cNvPr>
          <p:cNvCxnSpPr>
            <a:cxnSpLocks/>
          </p:cNvCxnSpPr>
          <p:nvPr/>
        </p:nvCxnSpPr>
        <p:spPr>
          <a:xfrm flipH="1">
            <a:off x="1305945" y="5025955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5817C1-AA39-DD8A-33CB-C999DBAB7BA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665868" y="3413322"/>
            <a:ext cx="0" cy="1606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910EB2-9A88-A385-875E-6B894AD8925B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665868" y="1563681"/>
            <a:ext cx="0" cy="1567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2212562-9483-A8C9-2095-30C8B48CB541}"/>
              </a:ext>
            </a:extLst>
          </p:cNvPr>
          <p:cNvSpPr/>
          <p:nvPr/>
        </p:nvSpPr>
        <p:spPr>
          <a:xfrm>
            <a:off x="1305945" y="3131223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B8B51-C552-3F53-36A2-49A8D070BE62}"/>
              </a:ext>
            </a:extLst>
          </p:cNvPr>
          <p:cNvSpPr txBox="1"/>
          <p:nvPr/>
        </p:nvSpPr>
        <p:spPr>
          <a:xfrm>
            <a:off x="2025791" y="3087606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E9D3612-306D-ECA9-54F0-65805D1120D6}"/>
              </a:ext>
            </a:extLst>
          </p:cNvPr>
          <p:cNvCxnSpPr>
            <a:cxnSpLocks/>
            <a:stCxn id="41" idx="3"/>
            <a:endCxn id="19" idx="3"/>
          </p:cNvCxnSpPr>
          <p:nvPr/>
        </p:nvCxnSpPr>
        <p:spPr>
          <a:xfrm>
            <a:off x="6137346" y="3291575"/>
            <a:ext cx="7603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FA0814-9B92-B120-9B01-6E4332246527}"/>
              </a:ext>
            </a:extLst>
          </p:cNvPr>
          <p:cNvCxnSpPr>
            <a:cxnSpLocks/>
            <a:stCxn id="40" idx="1"/>
            <a:endCxn id="19" idx="1"/>
          </p:cNvCxnSpPr>
          <p:nvPr/>
        </p:nvCxnSpPr>
        <p:spPr>
          <a:xfrm flipH="1">
            <a:off x="3951869" y="3291576"/>
            <a:ext cx="1018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E9D12B6-D75A-5E2A-CA75-7C50203D357D}"/>
              </a:ext>
            </a:extLst>
          </p:cNvPr>
          <p:cNvSpPr/>
          <p:nvPr/>
        </p:nvSpPr>
        <p:spPr>
          <a:xfrm>
            <a:off x="4970028" y="3150526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DABD3F-96E8-455B-D4EE-44C9E4AC08EE}"/>
              </a:ext>
            </a:extLst>
          </p:cNvPr>
          <p:cNvSpPr txBox="1"/>
          <p:nvPr/>
        </p:nvSpPr>
        <p:spPr>
          <a:xfrm>
            <a:off x="5689873" y="3106909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ABF885-66A0-7991-E148-DA716EB711DF}"/>
              </a:ext>
            </a:extLst>
          </p:cNvPr>
          <p:cNvGrpSpPr/>
          <p:nvPr/>
        </p:nvGrpSpPr>
        <p:grpSpPr>
          <a:xfrm rot="10800000">
            <a:off x="5194578" y="5696081"/>
            <a:ext cx="440986" cy="807395"/>
            <a:chOff x="8855413" y="1575882"/>
            <a:chExt cx="440986" cy="80739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2F8B1E6-E1BE-28C2-6936-E6BCBC535299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5225502-26DA-11D6-1312-FAED15A6E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018421EA-899E-46FF-856A-413931C2EBB5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667AE85-0BC2-6C86-933C-30F7C462A58F}"/>
              </a:ext>
            </a:extLst>
          </p:cNvPr>
          <p:cNvGrpSpPr/>
          <p:nvPr/>
        </p:nvGrpSpPr>
        <p:grpSpPr>
          <a:xfrm>
            <a:off x="6257252" y="345369"/>
            <a:ext cx="440986" cy="807395"/>
            <a:chOff x="8855413" y="1575882"/>
            <a:chExt cx="440986" cy="80739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20DC92C-A7CA-CFE5-60ED-0C6555CE96A9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3059D2E-1221-8D5D-4A90-A28B43E748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E372776B-9292-5115-C02F-6419304AA031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0016F9-977B-24BE-DD7E-020DC2075A86}"/>
              </a:ext>
            </a:extLst>
          </p:cNvPr>
          <p:cNvGrpSpPr/>
          <p:nvPr/>
        </p:nvGrpSpPr>
        <p:grpSpPr>
          <a:xfrm>
            <a:off x="4105694" y="359304"/>
            <a:ext cx="440986" cy="807395"/>
            <a:chOff x="8855413" y="1575882"/>
            <a:chExt cx="440986" cy="80739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AC9E94B-4164-0673-AF21-81E82D659A91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6B962BC-03AB-654D-3ED3-729626C4A8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78733C6C-CE77-E38A-0DC2-C2B9B7EDB578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B1A4B5E-202F-70A4-3998-64ACC67DD90B}"/>
              </a:ext>
            </a:extLst>
          </p:cNvPr>
          <p:cNvGrpSpPr/>
          <p:nvPr/>
        </p:nvGrpSpPr>
        <p:grpSpPr>
          <a:xfrm>
            <a:off x="5202550" y="88554"/>
            <a:ext cx="440986" cy="807395"/>
            <a:chOff x="8855413" y="1575882"/>
            <a:chExt cx="440986" cy="807395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6883BA1-05C5-F51F-BC2E-3171925957FF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E9B78D-5161-F16B-C64A-EE8168A016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7165A9E7-795A-7448-8D67-BEFED0467B1B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7717309-1996-D24A-BF57-88C503AD41ED}"/>
              </a:ext>
            </a:extLst>
          </p:cNvPr>
          <p:cNvGrpSpPr/>
          <p:nvPr/>
        </p:nvGrpSpPr>
        <p:grpSpPr>
          <a:xfrm rot="16200000">
            <a:off x="3313091" y="4223425"/>
            <a:ext cx="440986" cy="807395"/>
            <a:chOff x="8855413" y="1575882"/>
            <a:chExt cx="440986" cy="80739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A7786F1-7FA6-C89A-6752-83B54C1AA2EE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AA21C53-49D6-2AF1-84EE-5F6AC4DAC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FDFB856D-2EEB-9A26-4137-012F4CDE711B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E743E89-B736-B0DB-CEC0-332A47DAEAA5}"/>
              </a:ext>
            </a:extLst>
          </p:cNvPr>
          <p:cNvGrpSpPr/>
          <p:nvPr/>
        </p:nvGrpSpPr>
        <p:grpSpPr>
          <a:xfrm rot="16200000">
            <a:off x="3308225" y="1545846"/>
            <a:ext cx="440986" cy="807395"/>
            <a:chOff x="8855413" y="1575882"/>
            <a:chExt cx="440986" cy="80739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ED44C93-7C0A-2147-B8CF-70FE90D8DE03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4DAFD15-3739-8361-EC10-3195CE28F0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74436E6F-E41D-878C-CAA6-175AF29C7D80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A0F53C9-0252-828F-CA7B-2CBCC867E908}"/>
              </a:ext>
            </a:extLst>
          </p:cNvPr>
          <p:cNvGrpSpPr/>
          <p:nvPr/>
        </p:nvGrpSpPr>
        <p:grpSpPr>
          <a:xfrm rot="5400000">
            <a:off x="7110108" y="4265578"/>
            <a:ext cx="440986" cy="807395"/>
            <a:chOff x="8855413" y="1575882"/>
            <a:chExt cx="440986" cy="80739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39CE3DF-181D-C9A1-3F89-0C163031D0D7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57CA331-C0D8-1403-3297-B7709B4AF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70440A0C-319C-8349-9D7A-7F44FF1DC6CF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6AA0727-10F1-BE0B-30DC-FC114DF36677}"/>
              </a:ext>
            </a:extLst>
          </p:cNvPr>
          <p:cNvGrpSpPr/>
          <p:nvPr/>
        </p:nvGrpSpPr>
        <p:grpSpPr>
          <a:xfrm rot="5400000">
            <a:off x="7105243" y="2967322"/>
            <a:ext cx="440986" cy="807395"/>
            <a:chOff x="8855413" y="1575882"/>
            <a:chExt cx="440986" cy="80739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B3D4AB3-1760-26E2-2F4D-85B3A49A161C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FF00A97-541E-8793-90D1-F30E14C52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10A61358-0A47-790A-9002-E7C6FAB33229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9C4DB-E1F4-B394-8AB8-788BA1857CC0}"/>
              </a:ext>
            </a:extLst>
          </p:cNvPr>
          <p:cNvSpPr/>
          <p:nvPr/>
        </p:nvSpPr>
        <p:spPr>
          <a:xfrm>
            <a:off x="3951869" y="1563681"/>
            <a:ext cx="2945857" cy="3455790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0E9E75-EAC5-6B2E-D267-3EDDB161F229}"/>
              </a:ext>
            </a:extLst>
          </p:cNvPr>
          <p:cNvCxnSpPr>
            <a:cxnSpLocks/>
          </p:cNvCxnSpPr>
          <p:nvPr/>
        </p:nvCxnSpPr>
        <p:spPr>
          <a:xfrm>
            <a:off x="3932416" y="5019471"/>
            <a:ext cx="0" cy="1634248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609588-1076-169B-CC95-79487A99CF93}"/>
              </a:ext>
            </a:extLst>
          </p:cNvPr>
          <p:cNvCxnSpPr>
            <a:cxnSpLocks/>
          </p:cNvCxnSpPr>
          <p:nvPr/>
        </p:nvCxnSpPr>
        <p:spPr>
          <a:xfrm>
            <a:off x="6897726" y="5025955"/>
            <a:ext cx="0" cy="1627764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DB8BA2D-1C79-BD59-5DAD-9CCC957B920E}"/>
              </a:ext>
            </a:extLst>
          </p:cNvPr>
          <p:cNvCxnSpPr>
            <a:cxnSpLocks/>
          </p:cNvCxnSpPr>
          <p:nvPr/>
        </p:nvCxnSpPr>
        <p:spPr>
          <a:xfrm flipH="1">
            <a:off x="3932416" y="6647235"/>
            <a:ext cx="2965310" cy="6484"/>
          </a:xfrm>
          <a:prstGeom prst="line">
            <a:avLst/>
          </a:prstGeom>
          <a:ln w="412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F6BC-886D-4388-C483-E4123E31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lowchart: Terminator 44">
            <a:extLst>
              <a:ext uri="{FF2B5EF4-FFF2-40B4-BE49-F238E27FC236}">
                <a16:creationId xmlns:a16="http://schemas.microsoft.com/office/drawing/2014/main" id="{A8AE9F79-1D08-6271-D76C-8743B029F6EA}"/>
              </a:ext>
            </a:extLst>
          </p:cNvPr>
          <p:cNvSpPr/>
          <p:nvPr/>
        </p:nvSpPr>
        <p:spPr>
          <a:xfrm rot="5400000">
            <a:off x="3031856" y="1814850"/>
            <a:ext cx="4782375" cy="2962330"/>
          </a:xfrm>
          <a:prstGeom prst="flowChartTerminator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143D4A-46B4-9211-AD54-F39C37CCC8D0}"/>
              </a:ext>
            </a:extLst>
          </p:cNvPr>
          <p:cNvCxnSpPr>
            <a:cxnSpLocks/>
          </p:cNvCxnSpPr>
          <p:nvPr/>
        </p:nvCxnSpPr>
        <p:spPr>
          <a:xfrm flipH="1">
            <a:off x="1305945" y="1550711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C4AEDB-43C7-4A93-49AC-617AA81EBAC4}"/>
              </a:ext>
            </a:extLst>
          </p:cNvPr>
          <p:cNvCxnSpPr>
            <a:cxnSpLocks/>
          </p:cNvCxnSpPr>
          <p:nvPr/>
        </p:nvCxnSpPr>
        <p:spPr>
          <a:xfrm flipH="1">
            <a:off x="1305945" y="5025955"/>
            <a:ext cx="2538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5875E5-F0D0-314A-7632-001C14231D9D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665868" y="3413322"/>
            <a:ext cx="0" cy="1606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AF8D5D-0440-C307-8CAB-021CA29EF1CC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665868" y="1563681"/>
            <a:ext cx="0" cy="1567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510ACA6-8ACA-A8CA-ADEC-14F1F41311F7}"/>
              </a:ext>
            </a:extLst>
          </p:cNvPr>
          <p:cNvSpPr/>
          <p:nvPr/>
        </p:nvSpPr>
        <p:spPr>
          <a:xfrm>
            <a:off x="1305945" y="3131223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7FF1A1-A175-8099-586E-A10537DCB254}"/>
              </a:ext>
            </a:extLst>
          </p:cNvPr>
          <p:cNvSpPr txBox="1"/>
          <p:nvPr/>
        </p:nvSpPr>
        <p:spPr>
          <a:xfrm>
            <a:off x="2025791" y="3087606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5DD9F9-75D0-2001-2B0D-55A63F256864}"/>
              </a:ext>
            </a:extLst>
          </p:cNvPr>
          <p:cNvCxnSpPr>
            <a:cxnSpLocks/>
            <a:stCxn id="41" idx="3"/>
            <a:endCxn id="19" idx="3"/>
          </p:cNvCxnSpPr>
          <p:nvPr/>
        </p:nvCxnSpPr>
        <p:spPr>
          <a:xfrm>
            <a:off x="6137346" y="3291575"/>
            <a:ext cx="7603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E17319-0675-F10E-E395-A55775EB6A5A}"/>
              </a:ext>
            </a:extLst>
          </p:cNvPr>
          <p:cNvCxnSpPr>
            <a:cxnSpLocks/>
            <a:stCxn id="40" idx="1"/>
            <a:endCxn id="19" idx="1"/>
          </p:cNvCxnSpPr>
          <p:nvPr/>
        </p:nvCxnSpPr>
        <p:spPr>
          <a:xfrm flipH="1">
            <a:off x="3951869" y="3291576"/>
            <a:ext cx="1018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D07B81E-6A45-B715-0BD1-F43E7693D279}"/>
              </a:ext>
            </a:extLst>
          </p:cNvPr>
          <p:cNvSpPr/>
          <p:nvPr/>
        </p:nvSpPr>
        <p:spPr>
          <a:xfrm>
            <a:off x="4970028" y="3150526"/>
            <a:ext cx="719846" cy="282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948DCD-F128-EF17-F83B-F95672648F75}"/>
              </a:ext>
            </a:extLst>
          </p:cNvPr>
          <p:cNvSpPr txBox="1"/>
          <p:nvPr/>
        </p:nvSpPr>
        <p:spPr>
          <a:xfrm>
            <a:off x="5689873" y="3106909"/>
            <a:ext cx="44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EE4CF0-308F-FBD8-FB33-8E5C503A308E}"/>
              </a:ext>
            </a:extLst>
          </p:cNvPr>
          <p:cNvGrpSpPr/>
          <p:nvPr/>
        </p:nvGrpSpPr>
        <p:grpSpPr>
          <a:xfrm rot="10800000">
            <a:off x="5194578" y="5696081"/>
            <a:ext cx="440986" cy="807395"/>
            <a:chOff x="8855413" y="1575882"/>
            <a:chExt cx="440986" cy="80739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3DA810-AFE4-F788-F425-E1A46484914C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3DBEB75-56AA-C3D8-C9A9-09A021941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56B35DD7-7BCA-B6E6-96D5-BC07C106C259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2790C2-EE18-54D2-00B2-2C3AC3F70378}"/>
              </a:ext>
            </a:extLst>
          </p:cNvPr>
          <p:cNvGrpSpPr/>
          <p:nvPr/>
        </p:nvGrpSpPr>
        <p:grpSpPr>
          <a:xfrm>
            <a:off x="6257252" y="345369"/>
            <a:ext cx="440986" cy="807395"/>
            <a:chOff x="8855413" y="1575882"/>
            <a:chExt cx="440986" cy="80739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2AE1E8F-61D6-8A44-67E4-6C59552F4E31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D9AB6F-2CEA-2E84-BE09-4CC700C594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28AA922F-7155-48E1-232B-B28023FE49A3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23A46D5-58B3-2635-28AF-BA2EDE792044}"/>
              </a:ext>
            </a:extLst>
          </p:cNvPr>
          <p:cNvGrpSpPr/>
          <p:nvPr/>
        </p:nvGrpSpPr>
        <p:grpSpPr>
          <a:xfrm>
            <a:off x="4105694" y="359304"/>
            <a:ext cx="440986" cy="807395"/>
            <a:chOff x="8855413" y="1575882"/>
            <a:chExt cx="440986" cy="80739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ABB51FC-2EC8-5F10-4306-A4DB2062C05F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26DAF77-AFEC-D2FD-30B6-37E25117B1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83C5F019-0A06-95A0-BB50-D4C6BBF9AB0B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1DC281-923B-959B-52F0-66CD82904D6A}"/>
              </a:ext>
            </a:extLst>
          </p:cNvPr>
          <p:cNvGrpSpPr/>
          <p:nvPr/>
        </p:nvGrpSpPr>
        <p:grpSpPr>
          <a:xfrm>
            <a:off x="5202550" y="88554"/>
            <a:ext cx="440986" cy="807395"/>
            <a:chOff x="8855413" y="1575882"/>
            <a:chExt cx="440986" cy="807395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6B85DB-0D8A-FE23-B221-B20C45C534A6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8A63A0-B026-F893-522B-9BF50583C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105C933C-9B9F-FF70-6534-05C6595D16BE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12EBBC-1DCD-C136-587B-464EC11FA6E7}"/>
              </a:ext>
            </a:extLst>
          </p:cNvPr>
          <p:cNvGrpSpPr/>
          <p:nvPr/>
        </p:nvGrpSpPr>
        <p:grpSpPr>
          <a:xfrm rot="16200000">
            <a:off x="3313091" y="4223425"/>
            <a:ext cx="440986" cy="807395"/>
            <a:chOff x="8855413" y="1575882"/>
            <a:chExt cx="440986" cy="80739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6C9A3C6-F7D7-818E-362F-EF4897BB8E8A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307AC27-45AE-B8C9-8177-6AD9C4A8C8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F2ABE18A-18EA-CFF8-1765-853D14B22B4F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FB2FA85-882F-F27E-9F33-8E185B21034C}"/>
              </a:ext>
            </a:extLst>
          </p:cNvPr>
          <p:cNvGrpSpPr/>
          <p:nvPr/>
        </p:nvGrpSpPr>
        <p:grpSpPr>
          <a:xfrm rot="16200000">
            <a:off x="3308225" y="1545846"/>
            <a:ext cx="440986" cy="807395"/>
            <a:chOff x="8855413" y="1575882"/>
            <a:chExt cx="440986" cy="80739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564437-57F0-1CFA-64BF-9ED5A1195BF6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CC2F7D-AD2D-D4CF-9F6D-68CCD2200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6BF3C785-02BF-7381-41FC-48E4219DD481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C479D54-BB70-A88F-263C-BB417D8AFB2D}"/>
              </a:ext>
            </a:extLst>
          </p:cNvPr>
          <p:cNvGrpSpPr/>
          <p:nvPr/>
        </p:nvGrpSpPr>
        <p:grpSpPr>
          <a:xfrm rot="5400000">
            <a:off x="7110108" y="4265578"/>
            <a:ext cx="440986" cy="807395"/>
            <a:chOff x="8855413" y="1575882"/>
            <a:chExt cx="440986" cy="80739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B56889-15D0-BA20-38C3-43D2B4477DE6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672BCD5-C86F-3C0F-BE45-6C0032B423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EA862CCF-2C08-08E5-4FAC-D4F87282EEC8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2581961-6051-907F-B276-5B4D394A59C7}"/>
              </a:ext>
            </a:extLst>
          </p:cNvPr>
          <p:cNvGrpSpPr/>
          <p:nvPr/>
        </p:nvGrpSpPr>
        <p:grpSpPr>
          <a:xfrm rot="5400000">
            <a:off x="7105243" y="2967322"/>
            <a:ext cx="440986" cy="807395"/>
            <a:chOff x="8855413" y="1575882"/>
            <a:chExt cx="440986" cy="80739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C3AD294-E182-0755-2920-CE3EC695A6D5}"/>
                </a:ext>
              </a:extLst>
            </p:cNvPr>
            <p:cNvCxnSpPr/>
            <p:nvPr/>
          </p:nvCxnSpPr>
          <p:spPr>
            <a:xfrm>
              <a:off x="9075906" y="2023353"/>
              <a:ext cx="0" cy="3599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E1C62D0-7D7E-E658-24BB-06ECC3B1B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7566" y="2023353"/>
              <a:ext cx="3566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EF32A52A-6E2D-34BE-B630-993E41C16CC2}"/>
                </a:ext>
              </a:extLst>
            </p:cNvPr>
            <p:cNvSpPr/>
            <p:nvPr/>
          </p:nvSpPr>
          <p:spPr>
            <a:xfrm>
              <a:off x="8855413" y="1575882"/>
              <a:ext cx="440986" cy="408562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58C4EC2-263F-DE0F-ABF5-F80C918E9A70}"/>
              </a:ext>
            </a:extLst>
          </p:cNvPr>
          <p:cNvSpPr/>
          <p:nvPr/>
        </p:nvSpPr>
        <p:spPr>
          <a:xfrm>
            <a:off x="3951869" y="1563681"/>
            <a:ext cx="2945857" cy="3455790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80D387-F07B-FA7C-3236-60B0CFAE30C7}"/>
              </a:ext>
            </a:extLst>
          </p:cNvPr>
          <p:cNvCxnSpPr/>
          <p:nvPr/>
        </p:nvCxnSpPr>
        <p:spPr>
          <a:xfrm>
            <a:off x="5282808" y="2170037"/>
            <a:ext cx="0" cy="398065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BB7FB7-F84C-1A1D-FD43-9982D155C9F4}"/>
              </a:ext>
            </a:extLst>
          </p:cNvPr>
          <p:cNvCxnSpPr/>
          <p:nvPr/>
        </p:nvCxnSpPr>
        <p:spPr>
          <a:xfrm>
            <a:off x="5601383" y="2170037"/>
            <a:ext cx="0" cy="398065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4175FC-5B58-16AC-099F-30A2F7400425}"/>
              </a:ext>
            </a:extLst>
          </p:cNvPr>
          <p:cNvCxnSpPr>
            <a:cxnSpLocks/>
          </p:cNvCxnSpPr>
          <p:nvPr/>
        </p:nvCxnSpPr>
        <p:spPr>
          <a:xfrm flipH="1">
            <a:off x="5202550" y="2568102"/>
            <a:ext cx="482451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80F8BDF-8254-8AA2-DA79-0F0C0C2D3FD6}"/>
              </a:ext>
            </a:extLst>
          </p:cNvPr>
          <p:cNvSpPr/>
          <p:nvPr/>
        </p:nvSpPr>
        <p:spPr>
          <a:xfrm>
            <a:off x="6939540" y="2171900"/>
            <a:ext cx="368098" cy="39620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058C037C-929B-84D9-A317-99B9B6AC0CAA}"/>
              </a:ext>
            </a:extLst>
          </p:cNvPr>
          <p:cNvSpPr/>
          <p:nvPr/>
        </p:nvSpPr>
        <p:spPr>
          <a:xfrm rot="16200000">
            <a:off x="3569726" y="2168576"/>
            <a:ext cx="368098" cy="39620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6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Fletcher</dc:creator>
  <cp:lastModifiedBy>Chris Fletcher</cp:lastModifiedBy>
  <cp:revision>1</cp:revision>
  <dcterms:created xsi:type="dcterms:W3CDTF">2026-01-05T12:39:23Z</dcterms:created>
  <dcterms:modified xsi:type="dcterms:W3CDTF">2026-01-05T14:05:28Z</dcterms:modified>
</cp:coreProperties>
</file>